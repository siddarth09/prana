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PRANA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for Robotic Action via Neural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with correlated noise for low-data robot manipulation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Siddarth Dayasagar  &amp;  Arpit Gandhi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3474720"/>
            <a:ext cx="868680" cy="91440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0" y="3474720"/>
            <a:ext cx="8686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35478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40965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63640" y="3474720"/>
            <a:ext cx="868680" cy="91440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3474720"/>
            <a:ext cx="8686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5478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40965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23760" y="3474720"/>
            <a:ext cx="868680" cy="91440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3474720"/>
            <a:ext cx="8686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5478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Hz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40965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83880" y="3474720"/>
            <a:ext cx="868680" cy="91440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183880" y="3474720"/>
            <a:ext cx="8686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35478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GB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83880" y="40965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GPU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9E"/>
                </a:solidFill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robot learning methods require: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demonstrations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pretraining on internet data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 clusters for training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teleoperation demos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 GPU (RTX 5060, 8 GB)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$300 SO-101 robot arm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47472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up screwdriver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in box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SO-101 follower arm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(table)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 (wrist)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LeRobot v0.5.1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9E"/>
                </a:solidFill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Iterations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6B9A9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Self-attention + L1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regression.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queries compete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tokens in shared pool.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Unfrozen backbone overfits.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language encoder.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28016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matching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23317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decoder.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noise from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ViT-Tiny backbone.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inpainting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chunk transitions.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28016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28016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DINOv2 vision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23317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decoder as v2.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ViT-S/14 backbone.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384d spatial features.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tokens per camera.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Smoother, more precise.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9E"/>
                </a:solidFill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B9A9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PRANA v1 — Baseline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tokens concatenated into one self-attention transformer. L1 loss predicts average trajectory.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wrong: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queries see each other before seeing the scene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positional encoding — can't distinguish timesteps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regression averages multimodal demos → invalid trajectories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Unfrozen ViT overfits on 83 episodes in ~2000 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encoder (262 MB) receives zeros — total waste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468880" cy="32004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Reaches for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screwdriver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grasp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Jittery motion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box placement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D82"/>
                </a:solidFill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PRANA v2 — Architecture</a:t>
            </a:r>
            <a:endParaRPr lang="en-US" sz="3200" dirty="0"/>
          </a:p>
        </p:txBody>
      </p:sp>
      <p:pic>
        <p:nvPicPr>
          <p:cNvPr id="6" name="Image 0" descr="/home/claude/prana_v2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9E"/>
                </a:solidFill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— Key Innovations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84048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Cross-attention decoder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queries attend to visual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competing with it. 7 decoder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cross-attend to 4-layer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output.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051560"/>
            <a:ext cx="384048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05156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matching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velocity field: noise → actions.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Euler denoising steps at inference.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~ Beta(1.5, 1) biases toward harder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steps during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384048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97180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081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Correlated noise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shaped like real trajectories via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decomposition of 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covariance. β=0.5 shrinkage.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reducing deployment jitter.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971800"/>
            <a:ext cx="384048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297180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3081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inpainting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40 of 50 actions, save last 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Soft-constrain next chunk's first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when t &gt; 0.3.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chunk-boundary transitions.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D82"/>
                </a:solidFill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— Flow Matching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749040" cy="356616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051560"/>
            <a:ext cx="374904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Sample t ~ Beta(1.5,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Sample ε ~ N(0, βΣ + (1-β)I)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Interpolate: x_t = tε + (1-t)a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Predict velocity v_t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Loss = MSE(v_t, ε - a)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Correlated noise: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Σ_reg = 0.5·Σ + 0.5·I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cholesky(Σ_reg)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= L · z,  z ~ N(0, 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051560"/>
            <a:ext cx="39319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Start: x_1 = ε (correlated)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k = 1 to 10: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 = 1 - k/10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 = model(x_t, t, context)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x_{t-dt} = x_t - dt·v_t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x_0 ≈ 50 predicted actions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 inpainting: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 40, save last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Soft-constrain next chunk (t&gt;0.3)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D82"/>
                </a:solidFill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PRANA v3 — DINOv2 Vision</a:t>
            </a:r>
            <a:endParaRPr lang="en-US" sz="3200" dirty="0"/>
          </a:p>
        </p:txBody>
      </p:sp>
      <p:pic>
        <p:nvPicPr>
          <p:cNvPr id="6" name="Image 0" descr="/home/claude/prana_v3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9E"/>
                </a:solidFill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DINOv2?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ViT-Tiny (v2)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ViT-S/14 (v3)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supervised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(142M images)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encodes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'This is a screwdriver'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'Screwdriver at (x,y), angle θ'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dim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 (2× richer)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/ cam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 (patch16 + CLS)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(patch14, no CLS)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 tokens  (+30%)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5.7M (frozen)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22M (frozen)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decoder, same flow matching, same correlated noise — only the eyes changed.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9E"/>
                </a:solidFill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365760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960120"/>
            <a:ext cx="54864" cy="3657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episodes (83 + 40 focused)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83,966 frames at 30 Hz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8, lr 1e-4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cosine annealing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mixed precision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steps (~6-8 hours)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5060 Laptop (8 GB VRAM)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(critical):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correlated noise sampler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Cholesky factor into checkpoint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173736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training loss + flow loss curves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W&amp;B screenshot)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3931920" cy="173736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88036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training loss + flow loss curves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W&amp;B screenshot)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9E"/>
                </a:solidFill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Results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601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A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A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A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8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(~100ms) is the bottleneck, not model inference (~22ms).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noise fitting is critical — without it, v2/v3 exhibit significant jitter.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PRANA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demos. One GPU. A robot that grasps.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deterministic regression to flow matching to DINOv2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fixed the failures of the last.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2926080" cy="45720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383280"/>
            <a:ext cx="29260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github.com/siddarth09/PRANA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3383280"/>
            <a:ext cx="3108960" cy="45720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3383280"/>
            <a:ext cx="310896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huggingface.co/Siddarth09/PRANA_v2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3383280"/>
            <a:ext cx="2194560" cy="457200"/>
          </a:xfrm>
          <a:prstGeom prst="rect">
            <a:avLst/>
          </a:prstGeom>
          <a:solidFill>
            <a:srgbClr val="033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0" y="3383280"/>
            <a:ext cx="219456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on HuggingFace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Siddarth Dayasagar  &amp;  Arpit Gandhi  ·  Northeastern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PRANA — Flow Matching for Robot Manipulation</dc:title>
  <dc:subject>PptxGenJS Presentation</dc:subject>
  <dc:creator>Siddarth Dayasagar</dc:creator>
  <cp:lastModifiedBy>Siddarth Dayasagar</cp:lastModifiedBy>
  <cp:revision>1</cp:revision>
  <dcterms:created xsi:type="dcterms:W3CDTF">2026-04-14T22:36:30Z</dcterms:created>
  <dcterms:modified xsi:type="dcterms:W3CDTF">2026-04-14T22:36:30Z</dcterms:modified>
</cp:coreProperties>
</file>